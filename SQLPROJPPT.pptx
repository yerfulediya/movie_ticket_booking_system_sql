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ya yerfule" userId="4dadafc9ed80f275" providerId="LiveId" clId="{76269FB0-9E25-4385-82B5-462F97ADC6F4}"/>
    <pc:docChg chg="custSel modSld">
      <pc:chgData name="diya yerfule" userId="4dadafc9ed80f275" providerId="LiveId" clId="{76269FB0-9E25-4385-82B5-462F97ADC6F4}" dt="2025-10-29T03:34:51.938" v="1" actId="478"/>
      <pc:docMkLst>
        <pc:docMk/>
      </pc:docMkLst>
      <pc:sldChg chg="addSp delSp mod">
        <pc:chgData name="diya yerfule" userId="4dadafc9ed80f275" providerId="LiveId" clId="{76269FB0-9E25-4385-82B5-462F97ADC6F4}" dt="2025-10-29T03:34:51.938" v="1" actId="478"/>
        <pc:sldMkLst>
          <pc:docMk/>
          <pc:sldMk cId="3376086089" sldId="261"/>
        </pc:sldMkLst>
        <pc:picChg chg="add del">
          <ac:chgData name="diya yerfule" userId="4dadafc9ed80f275" providerId="LiveId" clId="{76269FB0-9E25-4385-82B5-462F97ADC6F4}" dt="2025-10-29T03:34:51.938" v="1" actId="478"/>
          <ac:picMkLst>
            <pc:docMk/>
            <pc:sldMk cId="3376086089" sldId="261"/>
            <ac:picMk id="4" creationId="{FE1BF2A1-C47D-EBFD-4056-F4542FA91E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6CE4EE-11C9-2F55-A4A7-FDC8F04BAE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ANALYSIS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Movie Ticket Booking System</a:t>
            </a:r>
          </a:p>
          <a:p>
            <a:r>
              <a:rPr lang="en-IN" dirty="0"/>
              <a:t>BY </a:t>
            </a:r>
            <a:br>
              <a:rPr lang="en-IN" dirty="0"/>
            </a:br>
            <a:r>
              <a:rPr lang="en-IN" dirty="0"/>
              <a:t>DIYA BALAJI YERFULE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77382-022E-F503-35C7-2A970E58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143" y="936172"/>
            <a:ext cx="7075714" cy="28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0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7AB3-CFBB-3DC5-A732-B1E80BCB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76200"/>
            <a:ext cx="11963400" cy="6705600"/>
          </a:xfrm>
        </p:spPr>
        <p:txBody>
          <a:bodyPr>
            <a:noAutofit/>
          </a:bodyPr>
          <a:lstStyle/>
          <a:p>
            <a:r>
              <a:rPr lang="en-US" sz="2400" dirty="0"/>
              <a:t>OBJECTIVES :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1. </a:t>
            </a:r>
            <a:r>
              <a:rPr lang="en-US" sz="1600" dirty="0"/>
              <a:t>t</a:t>
            </a:r>
            <a:r>
              <a:rPr lang="en-US" sz="1600" b="1" dirty="0"/>
              <a:t>o</a:t>
            </a:r>
            <a:r>
              <a:rPr lang="en-US" sz="1800" b="1" dirty="0"/>
              <a:t> store movie details :</a:t>
            </a:r>
            <a:r>
              <a:rPr lang="en-US" sz="1800" dirty="0"/>
              <a:t>  we can quickly find information about any movie.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2 </a:t>
            </a:r>
            <a:r>
              <a:rPr lang="en-US" sz="1800" b="1" dirty="0"/>
              <a:t>To maintain customer information :</a:t>
            </a:r>
            <a:r>
              <a:rPr lang="en-US" sz="1800" dirty="0"/>
              <a:t> Helpful for booking history and communication.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3 </a:t>
            </a:r>
            <a:r>
              <a:rPr lang="en-US" sz="1800" b="1" dirty="0"/>
              <a:t>To manage show timings and dates : </a:t>
            </a:r>
            <a:r>
              <a:rPr lang="en-US" sz="1800" dirty="0"/>
              <a:t> users know when and where movies are available.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4 </a:t>
            </a:r>
            <a:r>
              <a:rPr lang="en-US" sz="1800" b="1" dirty="0"/>
              <a:t>To record ticket bookings : </a:t>
            </a:r>
            <a:r>
              <a:rPr lang="en-US" sz="1800" dirty="0"/>
              <a:t> Keeps track of seats booked by each customer.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5 </a:t>
            </a:r>
            <a:r>
              <a:rPr lang="en-US" sz="1800" b="1" dirty="0"/>
              <a:t>To check seat availability easily :</a:t>
            </a:r>
            <a:r>
              <a:rPr lang="en-US" sz="1800" dirty="0"/>
              <a:t> Prevents double booking and confusion.</a:t>
            </a:r>
            <a:br>
              <a:rPr lang="en-US" sz="1800" dirty="0"/>
            </a:br>
            <a:br>
              <a:rPr lang="en-US" sz="1400" dirty="0"/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2395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D6F6-3EA9-BA09-A717-04986D84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8" y="152400"/>
            <a:ext cx="11593285" cy="6400800"/>
          </a:xfrm>
        </p:spPr>
        <p:txBody>
          <a:bodyPr>
            <a:normAutofit/>
          </a:bodyPr>
          <a:lstStyle/>
          <a:p>
            <a:r>
              <a:rPr lang="en-IN" sz="2400" dirty="0"/>
              <a:t>Keywords</a:t>
            </a:r>
            <a:r>
              <a:rPr lang="en-IN" dirty="0"/>
              <a:t> :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1.</a:t>
            </a:r>
            <a:r>
              <a:rPr lang="en-US" sz="1800" b="1" dirty="0"/>
              <a:t>Movie Database</a:t>
            </a:r>
            <a:r>
              <a:rPr lang="en-US" sz="1800" dirty="0"/>
              <a:t> – Stores all movie information in one place.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2. </a:t>
            </a:r>
            <a:r>
              <a:rPr lang="en-US" sz="1800" b="1" dirty="0"/>
              <a:t>Ticket Booking</a:t>
            </a:r>
            <a:r>
              <a:rPr lang="en-US" sz="1800" dirty="0"/>
              <a:t> – Process of reserving seats for a movie show.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3.</a:t>
            </a:r>
            <a:r>
              <a:rPr lang="en-US" sz="1800" b="1" dirty="0"/>
              <a:t>SQL Queries</a:t>
            </a:r>
            <a:r>
              <a:rPr lang="en-US" sz="1800" dirty="0"/>
              <a:t> – Commands used to retrieve and manage data.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4. </a:t>
            </a:r>
            <a:r>
              <a:rPr lang="en-US" sz="1800" b="1" dirty="0"/>
              <a:t>Customers</a:t>
            </a:r>
            <a:r>
              <a:rPr lang="en-US" sz="1800" dirty="0"/>
              <a:t> – Users who book movie tickets.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5. </a:t>
            </a:r>
            <a:r>
              <a:rPr lang="en-US" sz="1800" b="1" dirty="0"/>
              <a:t>Show Timings</a:t>
            </a:r>
            <a:r>
              <a:rPr lang="en-US" sz="1800" dirty="0"/>
              <a:t> – Date and time when a movie is shown.</a:t>
            </a:r>
            <a:br>
              <a:rPr lang="en-IN" sz="2000" dirty="0"/>
            </a:br>
            <a:r>
              <a:rPr lang="en-IN" sz="2000" dirty="0"/>
              <a:t> </a:t>
            </a:r>
            <a:br>
              <a:rPr lang="en-IN" sz="2000" dirty="0"/>
            </a:br>
            <a:br>
              <a:rPr lang="en-IN" sz="2000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55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0503-8FAE-FAC6-5B63-42D13638C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02606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B00F-B501-6A70-B048-D514E488B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113" y="217714"/>
            <a:ext cx="11549743" cy="6379029"/>
          </a:xfrm>
        </p:spPr>
        <p:txBody>
          <a:bodyPr>
            <a:normAutofit fontScale="90000"/>
          </a:bodyPr>
          <a:lstStyle/>
          <a:p>
            <a:r>
              <a:rPr lang="en-US" sz="1800" b="1" dirty="0"/>
              <a:t>CREATE DATABASE </a:t>
            </a:r>
            <a:r>
              <a:rPr lang="en-US" sz="1800" b="1" dirty="0" err="1"/>
              <a:t>MovieBookingSimple</a:t>
            </a:r>
            <a:r>
              <a:rPr lang="en-US" sz="1800" b="1" dirty="0"/>
              <a:t>; </a:t>
            </a:r>
            <a:br>
              <a:rPr lang="en-US" sz="1800" b="1" dirty="0"/>
            </a:br>
            <a:r>
              <a:rPr lang="en-US" sz="1800" b="1" dirty="0"/>
              <a:t>USE </a:t>
            </a:r>
            <a:r>
              <a:rPr lang="en-US" sz="1800" b="1" dirty="0" err="1"/>
              <a:t>MovieBookingSimple</a:t>
            </a:r>
            <a:r>
              <a:rPr lang="en-US" sz="1800" b="1" dirty="0"/>
              <a:t>;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/>
              <a:t>CREATE TABLE Movie </a:t>
            </a:r>
            <a:r>
              <a:rPr lang="en-US" sz="1800" dirty="0"/>
              <a:t>(    </a:t>
            </a:r>
            <a:r>
              <a:rPr lang="en-US" sz="1800" dirty="0" err="1"/>
              <a:t>movie_id</a:t>
            </a:r>
            <a:r>
              <a:rPr lang="en-US" sz="1800" dirty="0"/>
              <a:t> INT PRIMARY KEY AUTO_INCREMENT,    </a:t>
            </a:r>
            <a:br>
              <a:rPr lang="en-US" sz="1800" dirty="0"/>
            </a:br>
            <a:r>
              <a:rPr lang="en-US" sz="1800" dirty="0"/>
              <a:t>title VARCHAR(100),</a:t>
            </a:r>
            <a:br>
              <a:rPr lang="en-US" sz="1800" dirty="0"/>
            </a:br>
            <a:r>
              <a:rPr lang="en-US" sz="1800" dirty="0"/>
              <a:t>genre VARCHAR(50),</a:t>
            </a:r>
            <a:br>
              <a:rPr lang="en-US" sz="1800" dirty="0"/>
            </a:br>
            <a:r>
              <a:rPr lang="en-US" sz="1800" dirty="0"/>
              <a:t>duration INT );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CREATE TABLE Customer </a:t>
            </a:r>
            <a:r>
              <a:rPr lang="en-US" sz="1800" dirty="0"/>
              <a:t>(    </a:t>
            </a:r>
            <a:r>
              <a:rPr lang="en-US" sz="1800" dirty="0" err="1"/>
              <a:t>customer_id</a:t>
            </a:r>
            <a:r>
              <a:rPr lang="en-US" sz="1800" dirty="0"/>
              <a:t> INT PRIMARY KEY AUTO_INCREMENT,   </a:t>
            </a:r>
            <a:br>
              <a:rPr lang="en-US" sz="1800" dirty="0"/>
            </a:br>
            <a:r>
              <a:rPr lang="en-US" sz="1800" dirty="0"/>
              <a:t> name VARCHAR(100),    </a:t>
            </a:r>
            <a:br>
              <a:rPr lang="en-US" sz="1800" dirty="0"/>
            </a:br>
            <a:r>
              <a:rPr lang="en-US" sz="1800" dirty="0"/>
              <a:t>email VARCHAR(100), </a:t>
            </a:r>
            <a:br>
              <a:rPr lang="en-US" sz="1800" dirty="0"/>
            </a:br>
            <a:r>
              <a:rPr lang="en-US" sz="1800" dirty="0"/>
              <a:t>phone VARCHAR(15));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CREATE TABLE </a:t>
            </a:r>
            <a:r>
              <a:rPr lang="en-US" sz="1800" b="1" dirty="0" err="1"/>
              <a:t>ShowDetails</a:t>
            </a:r>
            <a:r>
              <a:rPr lang="en-US" sz="1800" b="1" dirty="0"/>
              <a:t> </a:t>
            </a:r>
            <a:r>
              <a:rPr lang="en-US" sz="1800" dirty="0"/>
              <a:t>(    </a:t>
            </a:r>
            <a:r>
              <a:rPr lang="en-US" sz="1800" dirty="0" err="1"/>
              <a:t>show_id</a:t>
            </a:r>
            <a:r>
              <a:rPr lang="en-US" sz="1800" dirty="0"/>
              <a:t> INT PRIMARY KEY AUTO_INCREMENT,</a:t>
            </a:r>
            <a:br>
              <a:rPr lang="en-US" sz="1800" dirty="0"/>
            </a:br>
            <a:r>
              <a:rPr lang="en-US" sz="1800" dirty="0" err="1"/>
              <a:t>movie_id</a:t>
            </a:r>
            <a:r>
              <a:rPr lang="en-US" sz="1800" dirty="0"/>
              <a:t> INT,  </a:t>
            </a:r>
            <a:br>
              <a:rPr lang="en-US" sz="1800" dirty="0"/>
            </a:br>
            <a:r>
              <a:rPr lang="en-US" sz="1800" dirty="0" err="1"/>
              <a:t>show_time</a:t>
            </a:r>
            <a:r>
              <a:rPr lang="en-US" sz="1800" dirty="0"/>
              <a:t> VARCHAR(50),</a:t>
            </a:r>
            <a:br>
              <a:rPr lang="en-US" sz="1800" dirty="0"/>
            </a:br>
            <a:r>
              <a:rPr lang="en-US" sz="1800" dirty="0" err="1"/>
              <a:t>show_date</a:t>
            </a:r>
            <a:r>
              <a:rPr lang="en-US" sz="1800" dirty="0"/>
              <a:t> DATE,</a:t>
            </a:r>
            <a:br>
              <a:rPr lang="en-US" sz="1800" dirty="0"/>
            </a:br>
            <a:r>
              <a:rPr lang="en-US" sz="1800" dirty="0"/>
              <a:t>FOREIGN KEY (</a:t>
            </a:r>
            <a:r>
              <a:rPr lang="en-US" sz="1800" dirty="0" err="1"/>
              <a:t>movie_id</a:t>
            </a:r>
            <a:r>
              <a:rPr lang="en-US" sz="1800" dirty="0"/>
              <a:t>) REFERENCES Movie(</a:t>
            </a:r>
            <a:r>
              <a:rPr lang="en-US" sz="1800" dirty="0" err="1"/>
              <a:t>movie_id</a:t>
            </a:r>
            <a:r>
              <a:rPr lang="en-US" sz="1800" dirty="0"/>
              <a:t>));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CREATE TABLE Booking </a:t>
            </a:r>
            <a:r>
              <a:rPr lang="en-US" sz="1800" dirty="0"/>
              <a:t>(    </a:t>
            </a:r>
            <a:r>
              <a:rPr lang="en-US" sz="1800" dirty="0" err="1"/>
              <a:t>booking_id</a:t>
            </a:r>
            <a:r>
              <a:rPr lang="en-US" sz="1800" dirty="0"/>
              <a:t> INT PRIMARY KEY AUTO_INCREMENT,</a:t>
            </a:r>
            <a:br>
              <a:rPr lang="en-US" sz="1800" dirty="0"/>
            </a:br>
            <a:r>
              <a:rPr lang="en-US" sz="1800" dirty="0" err="1"/>
              <a:t>customer_id</a:t>
            </a:r>
            <a:r>
              <a:rPr lang="en-US" sz="1800" dirty="0"/>
              <a:t> INT,</a:t>
            </a:r>
            <a:br>
              <a:rPr lang="en-US" sz="1800" dirty="0"/>
            </a:br>
            <a:r>
              <a:rPr lang="en-US" sz="1800" dirty="0" err="1"/>
              <a:t>show_id</a:t>
            </a:r>
            <a:r>
              <a:rPr lang="en-US" sz="1800" dirty="0"/>
              <a:t> INT,</a:t>
            </a:r>
            <a:br>
              <a:rPr lang="en-US" sz="1800" dirty="0"/>
            </a:br>
            <a:r>
              <a:rPr lang="en-US" sz="1800" dirty="0"/>
              <a:t>seats INT, </a:t>
            </a:r>
            <a:br>
              <a:rPr lang="en-US" sz="1800" dirty="0"/>
            </a:br>
            <a:r>
              <a:rPr lang="en-US" sz="1800" dirty="0"/>
              <a:t>FOREIGN KEY (</a:t>
            </a:r>
            <a:r>
              <a:rPr lang="en-US" sz="1800" dirty="0" err="1"/>
              <a:t>customer_id</a:t>
            </a:r>
            <a:r>
              <a:rPr lang="en-US" sz="1800" dirty="0"/>
              <a:t>) REFERENCES Customer(</a:t>
            </a:r>
            <a:r>
              <a:rPr lang="en-US" sz="1800" dirty="0" err="1"/>
              <a:t>customer_id</a:t>
            </a:r>
            <a:r>
              <a:rPr lang="en-US" sz="1800" dirty="0"/>
              <a:t>), </a:t>
            </a:r>
            <a:br>
              <a:rPr lang="en-US" sz="1800" dirty="0"/>
            </a:br>
            <a:r>
              <a:rPr lang="en-US" sz="1800" dirty="0"/>
              <a:t>FOREIGN KEY (</a:t>
            </a:r>
            <a:r>
              <a:rPr lang="en-US" sz="1800" dirty="0" err="1"/>
              <a:t>show_id</a:t>
            </a:r>
            <a:r>
              <a:rPr lang="en-US" sz="1800" dirty="0"/>
              <a:t>) REFERENCES </a:t>
            </a:r>
            <a:r>
              <a:rPr lang="en-US" sz="1800" dirty="0" err="1"/>
              <a:t>ShowDetails</a:t>
            </a:r>
            <a:r>
              <a:rPr lang="en-US" sz="1800" dirty="0"/>
              <a:t>(</a:t>
            </a:r>
            <a:r>
              <a:rPr lang="en-US" sz="1800" dirty="0" err="1"/>
              <a:t>show_id</a:t>
            </a:r>
            <a:r>
              <a:rPr lang="en-US" sz="1800" dirty="0"/>
              <a:t>));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5331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A732-1DB0-E706-09BB-F17645D9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WAQTD all names from customer data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select name</a:t>
            </a:r>
            <a:br>
              <a:rPr lang="en-US" sz="1800" dirty="0"/>
            </a:br>
            <a:r>
              <a:rPr lang="en-US" sz="1800" dirty="0"/>
              <a:t>from customer;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D4B413-2A57-A719-08DD-BF492D790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624641"/>
            <a:ext cx="2152950" cy="2534004"/>
          </a:xfrm>
        </p:spPr>
      </p:pic>
    </p:spTree>
    <p:extLst>
      <p:ext uri="{BB962C8B-B14F-4D97-AF65-F5344CB8AC3E}">
        <p14:creationId xmlns:p14="http://schemas.microsoft.com/office/powerpoint/2010/main" val="3376086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3E0F-D384-E68F-9BE3-86736A9B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2. WAQTD all Action Movies</a:t>
            </a:r>
            <a:br>
              <a:rPr lang="en-US" sz="2400" dirty="0"/>
            </a:br>
            <a:br>
              <a:rPr lang="en-US" sz="2400" dirty="0"/>
            </a:br>
            <a:r>
              <a:rPr lang="en-US" sz="1800" dirty="0"/>
              <a:t>select title</a:t>
            </a:r>
            <a:br>
              <a:rPr lang="en-US" sz="1800" dirty="0"/>
            </a:br>
            <a:r>
              <a:rPr lang="en-US" sz="1800" dirty="0"/>
              <a:t>from movie;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2DA6CB-309B-772C-7267-246C44D5B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141413" y="2602870"/>
            <a:ext cx="2152950" cy="2534004"/>
          </a:xfrm>
        </p:spPr>
      </p:pic>
    </p:spTree>
    <p:extLst>
      <p:ext uri="{BB962C8B-B14F-4D97-AF65-F5344CB8AC3E}">
        <p14:creationId xmlns:p14="http://schemas.microsoft.com/office/powerpoint/2010/main" val="19388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5A81-2EC9-A6CA-FE04-319F6AF5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8343"/>
            <a:ext cx="9905998" cy="2570929"/>
          </a:xfrm>
        </p:spPr>
        <p:txBody>
          <a:bodyPr>
            <a:normAutofit/>
          </a:bodyPr>
          <a:lstStyle/>
          <a:p>
            <a:r>
              <a:rPr lang="en-US" sz="2000" dirty="0"/>
              <a:t>3. WAQTD customers whose name is 'Aarav Sharma'. (USING WHERE CLAUSE)</a:t>
            </a:r>
            <a:br>
              <a:rPr lang="en-US" sz="2000" dirty="0"/>
            </a:br>
            <a:br>
              <a:rPr lang="en-US" dirty="0"/>
            </a:br>
            <a:r>
              <a:rPr lang="en-US" sz="1800" dirty="0"/>
              <a:t>select *</a:t>
            </a:r>
            <a:br>
              <a:rPr lang="en-US" sz="1800" dirty="0"/>
            </a:br>
            <a:r>
              <a:rPr lang="en-US" sz="1800" dirty="0"/>
              <a:t>from customer</a:t>
            </a:r>
            <a:br>
              <a:rPr lang="en-US" sz="1800" dirty="0"/>
            </a:br>
            <a:r>
              <a:rPr lang="en-US" sz="1800" dirty="0"/>
              <a:t>where name = 'Aarav Sharma';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17178A-A5AE-B979-BDC0-CD6229DCE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919272"/>
            <a:ext cx="5506218" cy="2010056"/>
          </a:xfrm>
        </p:spPr>
      </p:pic>
    </p:spTree>
    <p:extLst>
      <p:ext uri="{BB962C8B-B14F-4D97-AF65-F5344CB8AC3E}">
        <p14:creationId xmlns:p14="http://schemas.microsoft.com/office/powerpoint/2010/main" val="409407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B8BB-85E2-8928-4056-C8ADFED0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4. WAQTD shows happening on 2025-01-12.</a:t>
            </a:r>
            <a:br>
              <a:rPr lang="en-US" sz="2400" dirty="0"/>
            </a:br>
            <a:br>
              <a:rPr lang="en-US" dirty="0"/>
            </a:br>
            <a:r>
              <a:rPr lang="en-US" sz="1800" dirty="0"/>
              <a:t>select *</a:t>
            </a:r>
            <a:br>
              <a:rPr lang="en-US" sz="1800" dirty="0"/>
            </a:br>
            <a:r>
              <a:rPr lang="en-US" sz="1800" dirty="0"/>
              <a:t>from </a:t>
            </a:r>
            <a:r>
              <a:rPr lang="en-US" sz="1800" dirty="0" err="1"/>
              <a:t>ShowDetails</a:t>
            </a:r>
            <a:br>
              <a:rPr lang="en-US" sz="1800" dirty="0"/>
            </a:br>
            <a:r>
              <a:rPr lang="en-US" sz="1800" dirty="0"/>
              <a:t>where </a:t>
            </a:r>
            <a:r>
              <a:rPr lang="en-US" sz="1800" dirty="0" err="1"/>
              <a:t>show_date</a:t>
            </a:r>
            <a:r>
              <a:rPr lang="en-US" sz="1800" dirty="0"/>
              <a:t> = '2025-01-12';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31F825-52FA-B926-F9CF-CD0A14C36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843757"/>
            <a:ext cx="4410691" cy="1943371"/>
          </a:xfrm>
        </p:spPr>
      </p:pic>
    </p:spTree>
    <p:extLst>
      <p:ext uri="{BB962C8B-B14F-4D97-AF65-F5344CB8AC3E}">
        <p14:creationId xmlns:p14="http://schemas.microsoft.com/office/powerpoint/2010/main" val="346643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A7A1-CA7D-865A-DF8C-C4DC9D68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 5. WAQTD movies longer than 170 minutes.</a:t>
            </a:r>
            <a:br>
              <a:rPr lang="en-US" sz="2200" dirty="0"/>
            </a:br>
            <a:br>
              <a:rPr lang="en-US" dirty="0"/>
            </a:br>
            <a:r>
              <a:rPr lang="en-US" sz="1800" dirty="0"/>
              <a:t>select*</a:t>
            </a:r>
            <a:br>
              <a:rPr lang="en-US" sz="1800" dirty="0"/>
            </a:br>
            <a:r>
              <a:rPr lang="en-US" sz="1800" dirty="0"/>
              <a:t>from Movie</a:t>
            </a:r>
            <a:br>
              <a:rPr lang="en-US" sz="1800" dirty="0"/>
            </a:br>
            <a:r>
              <a:rPr lang="en-US" sz="1800" dirty="0"/>
              <a:t>where duration &gt; 170;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77421-2A1C-D210-B2B9-2C5549144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789286"/>
            <a:ext cx="4363059" cy="2553056"/>
          </a:xfrm>
        </p:spPr>
      </p:pic>
    </p:spTree>
    <p:extLst>
      <p:ext uri="{BB962C8B-B14F-4D97-AF65-F5344CB8AC3E}">
        <p14:creationId xmlns:p14="http://schemas.microsoft.com/office/powerpoint/2010/main" val="131735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A670-0E21-5D2D-D9DC-55B7701E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 6. Customers with phone number starting with '98'. (Special Operators)</a:t>
            </a:r>
            <a:br>
              <a:rPr lang="en-US" sz="2700" dirty="0"/>
            </a:br>
            <a:br>
              <a:rPr lang="en-US" dirty="0"/>
            </a:b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customer</a:t>
            </a:r>
            <a:br>
              <a:rPr lang="en-US" sz="2000" dirty="0"/>
            </a:br>
            <a:r>
              <a:rPr lang="en-US" sz="2000" dirty="0"/>
              <a:t>where phone like '98%';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A55004-AAF5-A47B-A841-0BECF13D2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932887"/>
            <a:ext cx="6068272" cy="1895740"/>
          </a:xfrm>
        </p:spPr>
      </p:pic>
    </p:spTree>
    <p:extLst>
      <p:ext uri="{BB962C8B-B14F-4D97-AF65-F5344CB8AC3E}">
        <p14:creationId xmlns:p14="http://schemas.microsoft.com/office/powerpoint/2010/main" val="153373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183B-9FEC-8C91-9ACC-5EEB67ED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 7. WAQTD movies where genre is Sci-Fi or Thriller.</a:t>
            </a:r>
            <a:br>
              <a:rPr lang="en-US" sz="2700" dirty="0"/>
            </a:br>
            <a:br>
              <a:rPr lang="en-US" dirty="0"/>
            </a:br>
            <a:r>
              <a:rPr lang="en-US" sz="2000" dirty="0"/>
              <a:t>select*</a:t>
            </a:r>
            <a:br>
              <a:rPr lang="en-US" sz="2000" dirty="0"/>
            </a:br>
            <a:r>
              <a:rPr lang="en-US" sz="2000" dirty="0"/>
              <a:t>from movie</a:t>
            </a:r>
            <a:br>
              <a:rPr lang="en-US" sz="2000" dirty="0"/>
            </a:br>
            <a:r>
              <a:rPr lang="en-US" sz="2000" dirty="0"/>
              <a:t>where genre IN('Sci-fi' , 'Thriller');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FAF009-9891-A04E-4A3C-C9ABC69DA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773637"/>
            <a:ext cx="4763165" cy="2562583"/>
          </a:xfrm>
        </p:spPr>
      </p:pic>
    </p:spTree>
    <p:extLst>
      <p:ext uri="{BB962C8B-B14F-4D97-AF65-F5344CB8AC3E}">
        <p14:creationId xmlns:p14="http://schemas.microsoft.com/office/powerpoint/2010/main" val="4033685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33B9-D1AA-90B5-66AE-93BE5834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8. WAQTD Show bookings where seats are NOT 2.</a:t>
            </a:r>
            <a:br>
              <a:rPr lang="en-US" sz="2400" dirty="0"/>
            </a:br>
            <a:br>
              <a:rPr lang="en-US" dirty="0"/>
            </a:br>
            <a:r>
              <a:rPr lang="en-US" sz="1800" dirty="0"/>
              <a:t>select *</a:t>
            </a:r>
            <a:br>
              <a:rPr lang="en-US" sz="1800" dirty="0"/>
            </a:br>
            <a:r>
              <a:rPr lang="en-US" sz="1800" dirty="0"/>
              <a:t>from booking</a:t>
            </a:r>
            <a:br>
              <a:rPr lang="en-US" sz="1800" dirty="0"/>
            </a:br>
            <a:r>
              <a:rPr lang="en-US" sz="1800" dirty="0"/>
              <a:t>where seats NOT IN (2);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299F16-2E16-450B-4F11-AA79E0D26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818550"/>
            <a:ext cx="4201111" cy="2429214"/>
          </a:xfrm>
        </p:spPr>
      </p:pic>
    </p:spTree>
    <p:extLst>
      <p:ext uri="{BB962C8B-B14F-4D97-AF65-F5344CB8AC3E}">
        <p14:creationId xmlns:p14="http://schemas.microsoft.com/office/powerpoint/2010/main" val="3219736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8152-CA11-9A9D-A356-196F3FC2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9. WAQTD Maximum seats booked in any booking.</a:t>
            </a:r>
            <a:br>
              <a:rPr lang="en-US" sz="2700" dirty="0"/>
            </a:br>
            <a:br>
              <a:rPr lang="en-US" dirty="0"/>
            </a:br>
            <a:r>
              <a:rPr lang="en-US" sz="1800" dirty="0"/>
              <a:t>select max(seats)</a:t>
            </a:r>
            <a:br>
              <a:rPr lang="en-US" sz="1800" dirty="0"/>
            </a:br>
            <a:r>
              <a:rPr lang="en-US" sz="1800" dirty="0"/>
              <a:t>from booking;</a:t>
            </a: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E7C3F-BD08-DFF4-946F-D9D4FB747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932877"/>
            <a:ext cx="1971950" cy="2048161"/>
          </a:xfrm>
        </p:spPr>
      </p:pic>
    </p:spTree>
    <p:extLst>
      <p:ext uri="{BB962C8B-B14F-4D97-AF65-F5344CB8AC3E}">
        <p14:creationId xmlns:p14="http://schemas.microsoft.com/office/powerpoint/2010/main" val="1678021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3A75-8A96-CC58-82CC-8186B23A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10, WAQTD customers ordered by name alphabetically. (order by clause)</a:t>
            </a:r>
            <a:br>
              <a:rPr lang="en-US" sz="2700" dirty="0"/>
            </a:br>
            <a:br>
              <a:rPr lang="en-US" dirty="0"/>
            </a:br>
            <a:r>
              <a:rPr lang="en-US" sz="2000" dirty="0"/>
              <a:t>select *</a:t>
            </a:r>
            <a:br>
              <a:rPr lang="en-US" sz="2000" dirty="0"/>
            </a:br>
            <a:r>
              <a:rPr lang="en-US" sz="2000" dirty="0"/>
              <a:t>from customer</a:t>
            </a:r>
            <a:br>
              <a:rPr lang="en-US" sz="2000" dirty="0"/>
            </a:br>
            <a:r>
              <a:rPr lang="en-US" sz="2000" dirty="0"/>
              <a:t>order by name </a:t>
            </a:r>
            <a:r>
              <a:rPr lang="en-US" sz="2000" dirty="0" err="1"/>
              <a:t>asc</a:t>
            </a:r>
            <a:r>
              <a:rPr lang="en-US" sz="2000" dirty="0"/>
              <a:t>;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76C15-3E43-7508-0C3B-CFB7210D6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966177"/>
            <a:ext cx="5868219" cy="2591162"/>
          </a:xfrm>
        </p:spPr>
      </p:pic>
    </p:spTree>
    <p:extLst>
      <p:ext uri="{BB962C8B-B14F-4D97-AF65-F5344CB8AC3E}">
        <p14:creationId xmlns:p14="http://schemas.microsoft.com/office/powerpoint/2010/main" val="2836029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0A4F-88FF-DB50-3AB4-AFB67A38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599"/>
            <a:ext cx="9905998" cy="2492829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 11. WAQTD Find customers who booked </a:t>
            </a:r>
            <a:r>
              <a:rPr lang="en-US" sz="2700" dirty="0" err="1"/>
              <a:t>show_id</a:t>
            </a:r>
            <a:r>
              <a:rPr lang="en-US" sz="2700" dirty="0"/>
              <a:t> = 5. (Sub queries)</a:t>
            </a:r>
            <a:br>
              <a:rPr lang="en-US" sz="2700" dirty="0"/>
            </a:br>
            <a:br>
              <a:rPr lang="en-US" sz="2700" dirty="0"/>
            </a:br>
            <a:br>
              <a:rPr lang="en-US" dirty="0"/>
            </a:br>
            <a:r>
              <a:rPr lang="en-US" sz="2000" dirty="0"/>
              <a:t>select name</a:t>
            </a:r>
            <a:br>
              <a:rPr lang="en-US" sz="2000" dirty="0"/>
            </a:br>
            <a:r>
              <a:rPr lang="en-US" sz="2000" dirty="0"/>
              <a:t>from customer</a:t>
            </a:r>
            <a:br>
              <a:rPr lang="en-US" sz="2000" dirty="0"/>
            </a:br>
            <a:r>
              <a:rPr lang="en-US" sz="2000" dirty="0"/>
              <a:t>where </a:t>
            </a:r>
            <a:r>
              <a:rPr lang="en-US" sz="2000" dirty="0" err="1"/>
              <a:t>customer_id</a:t>
            </a:r>
            <a:r>
              <a:rPr lang="en-US" sz="2000" dirty="0"/>
              <a:t> = (select </a:t>
            </a:r>
            <a:r>
              <a:rPr lang="en-US" sz="2000" dirty="0" err="1"/>
              <a:t>customer_id</a:t>
            </a:r>
            <a:r>
              <a:rPr lang="en-US" sz="2000" dirty="0"/>
              <a:t>																from booking                </a:t>
            </a:r>
            <a:br>
              <a:rPr lang="en-US" sz="2000" dirty="0"/>
            </a:br>
            <a:r>
              <a:rPr lang="en-US" sz="2000" dirty="0"/>
              <a:t>   						 where </a:t>
            </a:r>
            <a:r>
              <a:rPr lang="en-US" sz="2000" dirty="0" err="1"/>
              <a:t>show_id</a:t>
            </a:r>
            <a:r>
              <a:rPr lang="en-US" sz="2000" dirty="0"/>
              <a:t> = '5');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13CACD-E3CF-DBB7-1471-E490D039C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3631443"/>
            <a:ext cx="1933845" cy="2181529"/>
          </a:xfrm>
        </p:spPr>
      </p:pic>
    </p:spTree>
    <p:extLst>
      <p:ext uri="{BB962C8B-B14F-4D97-AF65-F5344CB8AC3E}">
        <p14:creationId xmlns:p14="http://schemas.microsoft.com/office/powerpoint/2010/main" val="395342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8C71-7DF7-F2B3-85F1-FA070E48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 12. WAQTD the customer name who booked more than 3 seats</a:t>
            </a:r>
            <a:br>
              <a:rPr lang="en-US" sz="2700" dirty="0"/>
            </a:br>
            <a:br>
              <a:rPr lang="en-US" sz="2700" dirty="0"/>
            </a:br>
            <a:br>
              <a:rPr lang="en-US" dirty="0"/>
            </a:br>
            <a:r>
              <a:rPr lang="en-US" sz="2000" dirty="0"/>
              <a:t>select name</a:t>
            </a:r>
            <a:br>
              <a:rPr lang="en-US" sz="2000" dirty="0"/>
            </a:br>
            <a:r>
              <a:rPr lang="en-US" sz="2000" dirty="0"/>
              <a:t>from customer</a:t>
            </a:r>
            <a:br>
              <a:rPr lang="en-US" sz="2000" dirty="0"/>
            </a:br>
            <a:r>
              <a:rPr lang="en-US" sz="2000" dirty="0"/>
              <a:t>where </a:t>
            </a:r>
            <a:r>
              <a:rPr lang="en-US" sz="2000" dirty="0" err="1"/>
              <a:t>customer_id</a:t>
            </a:r>
            <a:r>
              <a:rPr lang="en-US" sz="2000" dirty="0"/>
              <a:t> IN ( select </a:t>
            </a:r>
            <a:r>
              <a:rPr lang="en-US" sz="2000" dirty="0" err="1"/>
              <a:t>customer_id</a:t>
            </a:r>
            <a:r>
              <a:rPr lang="en-US" sz="2000" dirty="0"/>
              <a:t>																from booking                        														</a:t>
            </a:r>
            <a:r>
              <a:rPr lang="en-US" sz="2000" dirty="0" err="1"/>
              <a:t>wherecustomer_id</a:t>
            </a:r>
            <a:r>
              <a:rPr lang="en-US" sz="2000" dirty="0"/>
              <a:t> &gt; 3	);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533C8-C946-3EFE-D4AE-C7BD0253B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429000"/>
            <a:ext cx="2524477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14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D852-9D7D-5EDE-5329-73D9541B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13. WAQTD the name of the customer who has </a:t>
            </a:r>
            <a:r>
              <a:rPr lang="en-US" sz="2700" dirty="0" err="1"/>
              <a:t>booking_id</a:t>
            </a:r>
            <a:r>
              <a:rPr lang="en-US" sz="2700" dirty="0"/>
              <a:t> = 1.</a:t>
            </a:r>
            <a:br>
              <a:rPr lang="en-US" sz="2700" dirty="0"/>
            </a:br>
            <a:br>
              <a:rPr lang="en-US" dirty="0"/>
            </a:br>
            <a:r>
              <a:rPr lang="en-US" sz="2000" dirty="0"/>
              <a:t>select name</a:t>
            </a:r>
            <a:br>
              <a:rPr lang="en-US" sz="2000" dirty="0"/>
            </a:br>
            <a:r>
              <a:rPr lang="en-US" sz="2000" dirty="0"/>
              <a:t>from customer</a:t>
            </a:r>
            <a:br>
              <a:rPr lang="en-US" sz="2000" dirty="0"/>
            </a:br>
            <a:r>
              <a:rPr lang="en-US" sz="2000" dirty="0"/>
              <a:t>where </a:t>
            </a:r>
            <a:r>
              <a:rPr lang="en-US" sz="2000" dirty="0" err="1"/>
              <a:t>customer_id</a:t>
            </a:r>
            <a:r>
              <a:rPr lang="en-US" sz="2000" dirty="0"/>
              <a:t> = (select </a:t>
            </a:r>
            <a:r>
              <a:rPr lang="en-US" sz="2000" dirty="0" err="1"/>
              <a:t>customer_id</a:t>
            </a:r>
            <a:r>
              <a:rPr lang="en-US" sz="2000" dirty="0"/>
              <a:t>																from booking                       </a:t>
            </a:r>
            <a:br>
              <a:rPr lang="en-US" sz="2000" dirty="0"/>
            </a:br>
            <a:r>
              <a:rPr lang="en-US" sz="2000" dirty="0"/>
              <a:t>						 where </a:t>
            </a:r>
            <a:r>
              <a:rPr lang="en-US" sz="2000" dirty="0" err="1"/>
              <a:t>customer_id</a:t>
            </a:r>
            <a:r>
              <a:rPr lang="en-US" sz="2000" dirty="0"/>
              <a:t> = 1);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FB1C9F-0444-FA05-D67C-0EB978680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3429000"/>
            <a:ext cx="2372056" cy="2305372"/>
          </a:xfrm>
        </p:spPr>
      </p:pic>
    </p:spTree>
    <p:extLst>
      <p:ext uri="{BB962C8B-B14F-4D97-AF65-F5344CB8AC3E}">
        <p14:creationId xmlns:p14="http://schemas.microsoft.com/office/powerpoint/2010/main" val="3180884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4016-E362-1370-24DE-57BED47F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14.WAQTD customer names in UPPERCASE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.</a:t>
            </a:r>
            <a:br>
              <a:rPr lang="en-US" sz="2000" dirty="0"/>
            </a:br>
            <a:r>
              <a:rPr lang="en-US" sz="1800" dirty="0" err="1"/>
              <a:t>selectupper</a:t>
            </a:r>
            <a:r>
              <a:rPr lang="en-US" sz="1800" dirty="0"/>
              <a:t>(name) AS </a:t>
            </a:r>
            <a:r>
              <a:rPr lang="en-US" sz="1800" dirty="0" err="1"/>
              <a:t>Upper_name</a:t>
            </a:r>
            <a:r>
              <a:rPr lang="en-US" sz="1800" dirty="0"/>
              <a:t> from customer;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D0BCB-0AD8-8E48-2F1A-8F298139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98" y="2514600"/>
            <a:ext cx="206721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04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ADD4-E741-7398-4EB6-D7DD4B9D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700" dirty="0"/>
              <a:t>15. WAQTD booking details with customer names.</a:t>
            </a:r>
            <a:br>
              <a:rPr lang="en-US" sz="2700" dirty="0"/>
            </a:br>
            <a:br>
              <a:rPr lang="en-US" sz="2700" dirty="0"/>
            </a:br>
            <a:r>
              <a:rPr lang="en-US" sz="1800" dirty="0"/>
              <a:t>SELECT </a:t>
            </a:r>
            <a:r>
              <a:rPr lang="en-US" sz="1800" dirty="0" err="1"/>
              <a:t>Booking.booking_id</a:t>
            </a:r>
            <a:r>
              <a:rPr lang="en-US" sz="1800" dirty="0"/>
              <a:t>, Customer.name, </a:t>
            </a:r>
            <a:r>
              <a:rPr lang="en-US" sz="1800" dirty="0" err="1"/>
              <a:t>Booking.seatsFROM</a:t>
            </a:r>
            <a:r>
              <a:rPr lang="en-US" sz="1800" dirty="0"/>
              <a:t> </a:t>
            </a:r>
            <a:r>
              <a:rPr lang="en-US" sz="1800" dirty="0" err="1"/>
              <a:t>BookingJOIN</a:t>
            </a:r>
            <a:r>
              <a:rPr lang="en-US" sz="1800" dirty="0"/>
              <a:t> Customer ON </a:t>
            </a:r>
            <a:r>
              <a:rPr lang="en-US" sz="1800" dirty="0" err="1"/>
              <a:t>Booking.customer_id</a:t>
            </a:r>
            <a:r>
              <a:rPr lang="en-US" sz="1800" dirty="0"/>
              <a:t> = </a:t>
            </a:r>
            <a:r>
              <a:rPr lang="en-US" sz="1800" dirty="0" err="1"/>
              <a:t>Customer.customer_Id</a:t>
            </a:r>
            <a:r>
              <a:rPr lang="en-US" sz="1800" dirty="0"/>
              <a:t>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A7C6C-6B07-63E6-A812-57E84C57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652528"/>
            <a:ext cx="3562847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6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79</TotalTime>
  <Words>879</Words>
  <Application>Microsoft Office PowerPoint</Application>
  <PresentationFormat>Widescreen</PresentationFormat>
  <Paragraphs>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Century Gothic</vt:lpstr>
      <vt:lpstr>Mesh</vt:lpstr>
      <vt:lpstr>PowerPoint Presentation</vt:lpstr>
      <vt:lpstr>OBJECTIVES :  1. to store movie details :  we can quickly find information about any movie.  2 To maintain customer information : Helpful for booking history and communication.  3 To manage show timings and dates :  users know when and where movies are available.  4 To record ticket bookings :  Keeps track of seats booked by each customer.  5 To check seat availability easily : Prevents double booking and confusion.  </vt:lpstr>
      <vt:lpstr>Keywords :   1.Movie Database – Stores all movie information in one place.  2. Ticket Booking – Process of reserving seats for a movie show.  3.SQL Queries – Commands used to retrieve and manage data.  4. Customers – Users who book movie tickets.  5. Show Timings – Date and time when a movie is shown.     </vt:lpstr>
      <vt:lpstr>SQL QUERIES</vt:lpstr>
      <vt:lpstr>CREATE DATABASE MovieBookingSimple;  USE MovieBookingSimple;  CREATE TABLE Movie (    movie_id INT PRIMARY KEY AUTO_INCREMENT,     title VARCHAR(100), genre VARCHAR(50), duration INT );  CREATE TABLE Customer (    customer_id INT PRIMARY KEY AUTO_INCREMENT,     name VARCHAR(100),     email VARCHAR(100),  phone VARCHAR(15));  CREATE TABLE ShowDetails (    show_id INT PRIMARY KEY AUTO_INCREMENT, movie_id INT,   show_time VARCHAR(50), show_date DATE, FOREIGN KEY (movie_id) REFERENCES Movie(movie_id));   CREATE TABLE Booking (    booking_id INT PRIMARY KEY AUTO_INCREMENT, customer_id INT, show_id INT, seats INT,  FOREIGN KEY (customer_id) REFERENCES Customer(customer_id),  FOREIGN KEY (show_id) REFERENCES ShowDetails(show_id));</vt:lpstr>
      <vt:lpstr>1. WAQTD all names from customer data  select name from customer;</vt:lpstr>
      <vt:lpstr>2. WAQTD all Action Movies  select title from movie;</vt:lpstr>
      <vt:lpstr>3. WAQTD customers whose name is 'Aarav Sharma'. (USING WHERE CLAUSE)  select * from customer where name = 'Aarav Sharma';</vt:lpstr>
      <vt:lpstr>4. WAQTD shows happening on 2025-01-12.  select * from ShowDetails where show_date = '2025-01-12';</vt:lpstr>
      <vt:lpstr> 5. WAQTD movies longer than 170 minutes.  select* from Movie where duration &gt; 170;</vt:lpstr>
      <vt:lpstr> 6. Customers with phone number starting with '98'. (Special Operators)  select * from customer where phone like '98%';</vt:lpstr>
      <vt:lpstr> 7. WAQTD movies where genre is Sci-Fi or Thriller.  select* from movie where genre IN('Sci-fi' , 'Thriller');</vt:lpstr>
      <vt:lpstr>8. WAQTD Show bookings where seats are NOT 2.  select * from booking where seats NOT IN (2);</vt:lpstr>
      <vt:lpstr>9. WAQTD Maximum seats booked in any booking.  select max(seats) from booking;</vt:lpstr>
      <vt:lpstr>10, WAQTD customers ordered by name alphabetically. (order by clause)  select * from customer order by name asc;</vt:lpstr>
      <vt:lpstr> 11. WAQTD Find customers who booked show_id = 5. (Sub queries)   select name from customer where customer_id = (select customer_id                from booking                           where show_id = '5');</vt:lpstr>
      <vt:lpstr> 12. WAQTD the customer name who booked more than 3 seats   select name from customer where customer_id IN ( select customer_id                from booking                                      wherecustomer_id &gt; 3 );</vt:lpstr>
      <vt:lpstr>13. WAQTD the name of the customer who has booking_id = 1.  select name from customer where customer_id = (select customer_id                from booking                               where customer_id = 1);</vt:lpstr>
      <vt:lpstr>14.WAQTD customer names in UPPERCASE  . selectupper(name) AS Upper_name from customer;</vt:lpstr>
      <vt:lpstr> 15. WAQTD booking details with customer names.  SELECT Booking.booking_id, Customer.name, Booking.seatsFROM BookingJOIN Customer ON Booking.customer_id = Customer.customer_Id;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diya yerfule</dc:creator>
  <cp:lastModifiedBy>diya yerfule</cp:lastModifiedBy>
  <cp:revision>1</cp:revision>
  <dcterms:created xsi:type="dcterms:W3CDTF">2025-10-27T17:33:08Z</dcterms:created>
  <dcterms:modified xsi:type="dcterms:W3CDTF">2025-10-29T03:34:52Z</dcterms:modified>
</cp:coreProperties>
</file>